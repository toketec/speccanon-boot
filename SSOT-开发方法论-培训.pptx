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91840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657600"/>
            <a:ext cx="3200400" cy="1485900"/>
          </a:xfrm>
          <a:prstGeom prst="rect">
            <a:avLst/>
          </a:prstGeom>
          <a:solidFill>
            <a:srgbClr val="0D9488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315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SSOT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开发方法论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规格驱动开发 · 人机协作 · 五步流程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License  ·  开源社区版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SSOT 开发方法论  |  MIT License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0" cy="51435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3200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" y="868680"/>
            <a:ext cx="1463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为什么需要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645920" y="0"/>
            <a:ext cx="74980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Shape 4"/>
          <p:cNvSpPr/>
          <p:nvPr/>
        </p:nvSpPr>
        <p:spPr>
          <a:xfrm>
            <a:off x="1920240" y="365760"/>
            <a:ext cx="6766560" cy="7772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920240" y="365760"/>
            <a:ext cx="73152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2148840" y="4572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写 PRD → Dev 理解偏差 → 返工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148840" y="795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信息传递层层失真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920240" y="1325880"/>
            <a:ext cx="6766560" cy="7772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920240" y="1325880"/>
            <a:ext cx="73152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2148840" y="14173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边写边改需求，没人知道最终做了什么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148840" y="1755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缺乏需求锚点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920240" y="2286000"/>
            <a:ext cx="6766560" cy="7772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920240" y="2286000"/>
            <a:ext cx="73152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2148840" y="2377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写代码没有上下文，边写边问效率低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148840" y="27157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用不上力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920240" y="3246120"/>
            <a:ext cx="6766560" cy="7772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920240" y="3246120"/>
            <a:ext cx="73152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2148840" y="33375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产品、开发、AI 三者没有统一沟通语言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148840" y="36758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角色各自为政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920240" y="4023360"/>
            <a:ext cx="6766560" cy="41148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23" name="Text 21"/>
          <p:cNvSpPr/>
          <p:nvPr/>
        </p:nvSpPr>
        <p:spPr>
          <a:xfrm>
            <a:off x="1920240" y="402336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核心问题：缺一个「信任源」(Single Source of Truth)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SSOT 开发方法论  |  MIT License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0" cy="51435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3200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" y="868680"/>
            <a:ext cx="1463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核心理念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645920" y="0"/>
            <a:ext cx="74980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Shape 4"/>
          <p:cNvSpPr/>
          <p:nvPr/>
        </p:nvSpPr>
        <p:spPr>
          <a:xfrm>
            <a:off x="1920240" y="457200"/>
            <a:ext cx="3291840" cy="15544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920240" y="457200"/>
            <a:ext cx="54864" cy="1554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2103120" y="7315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所有决策在文档阶段决定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103120" y="12344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不在编码阶段边写边改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0" y="457200"/>
            <a:ext cx="3291840" cy="15544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0" y="457200"/>
            <a:ext cx="54864" cy="1554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0" y="7315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角色边界明确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669280" y="12344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出业务 · Dev 出方案 · AI 按规格执行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920240" y="2286000"/>
            <a:ext cx="3291840" cy="15544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920240" y="2286000"/>
            <a:ext cx="54864" cy="15544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6" name="Text 14"/>
          <p:cNvSpPr/>
          <p:nvPr/>
        </p:nvSpPr>
        <p:spPr>
          <a:xfrm>
            <a:off x="2103120" y="25603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文档 + 原型 + 架构 + 规格 + 代码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103120" y="30632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一条完整的信任链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0" y="2286000"/>
            <a:ext cx="3291840" cy="15544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0" y="2286000"/>
            <a:ext cx="54864" cy="1554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0" y="25603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不跳步骤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669280" y="30632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通过 Step 3 评审后才能进入编码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SSOT 开发方法论  |  MIT License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0" cy="51435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3200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" y="868680"/>
            <a:ext cx="1463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目录结构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645920" y="0"/>
            <a:ext cx="74980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Shape 4"/>
          <p:cNvSpPr/>
          <p:nvPr/>
        </p:nvSpPr>
        <p:spPr>
          <a:xfrm>
            <a:off x="1920240" y="457200"/>
            <a:ext cx="3291840" cy="15544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920240" y="457200"/>
            <a:ext cx="329184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Shape 6"/>
          <p:cNvSpPr/>
          <p:nvPr/>
        </p:nvSpPr>
        <p:spPr>
          <a:xfrm>
            <a:off x="2057400" y="640080"/>
            <a:ext cx="502920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2057400" y="6400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697480" y="640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 + sprints/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057400" y="11887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产品文档 + 冲刺容器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0" y="457200"/>
            <a:ext cx="3291840" cy="15544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0" y="457200"/>
            <a:ext cx="329184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5623560" y="640080"/>
            <a:ext cx="502920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5623560" y="6400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263640" y="640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apps/ / businesses/ / tools/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623560" y="11887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 + specs/ 四文件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920240" y="2286000"/>
            <a:ext cx="3291840" cy="15544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920240" y="2286000"/>
            <a:ext cx="3291840" cy="3657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0" name="Shape 18"/>
          <p:cNvSpPr/>
          <p:nvPr/>
        </p:nvSpPr>
        <p:spPr>
          <a:xfrm>
            <a:off x="2057400" y="2468880"/>
            <a:ext cx="502920" cy="3657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1" name="Text 19"/>
          <p:cNvSpPr/>
          <p:nvPr/>
        </p:nvSpPr>
        <p:spPr>
          <a:xfrm>
            <a:off x="2057400" y="24688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架构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697480" y="2468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ADR/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057400" y="30175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架构决策 + 数据字典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0" y="2286000"/>
            <a:ext cx="3291840" cy="15544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86400" y="2286000"/>
            <a:ext cx="3291840" cy="3657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6" name="Shape 24"/>
          <p:cNvSpPr/>
          <p:nvPr/>
        </p:nvSpPr>
        <p:spPr>
          <a:xfrm>
            <a:off x="5623560" y="2468880"/>
            <a:ext cx="502920" cy="36576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7" name="Text 25"/>
          <p:cNvSpPr/>
          <p:nvPr/>
        </p:nvSpPr>
        <p:spPr>
          <a:xfrm>
            <a:off x="5623560" y="24688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63640" y="2468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AGENTS.md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623560" y="30175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协作入口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SSOT 开发方法论  |  MIT License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0" cy="51435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3200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" y="868680"/>
            <a:ext cx="1463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产出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645920" y="0"/>
            <a:ext cx="74980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Shape 4"/>
          <p:cNvSpPr/>
          <p:nvPr/>
        </p:nvSpPr>
        <p:spPr>
          <a:xfrm>
            <a:off x="1920240" y="365760"/>
            <a:ext cx="3291840" cy="39776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920240" y="365760"/>
            <a:ext cx="329184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1920240" y="3657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稳定层 docs/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103120" y="960120"/>
            <a:ext cx="29260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product-overview.md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产品概览 + 术语表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non-functional-reqs.md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性能/SLA/安全/合规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visual-design.md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设计规范 / 品牌资产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0" y="365760"/>
            <a:ext cx="3291840" cy="3977640"/>
          </a:xfrm>
          <a:prstGeom prst="rect">
            <a:avLst/>
          </a:prstGeom>
          <a:solidFill>
            <a:srgbClr val="FEF3C7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0" y="365760"/>
            <a:ext cx="3291840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0" y="3657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版本层 sprints/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0" y="960120"/>
            <a:ext cx="29260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sprint-NNN_name/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SPRINT-features.md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functional-overview.md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user-scenarios.md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ux-flows.md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ui-wireframes.md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prototypes/ (HTML)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SSOT 开发方法论  |  MIT License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0" cy="51435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3200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" y="868680"/>
            <a:ext cx="1463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&amp; 架构师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645920" y="0"/>
            <a:ext cx="74980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Shape 4"/>
          <p:cNvSpPr/>
          <p:nvPr/>
        </p:nvSpPr>
        <p:spPr>
          <a:xfrm>
            <a:off x="1920240" y="365760"/>
            <a:ext cx="3291840" cy="39776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920240" y="365760"/>
            <a:ext cx="54864" cy="3977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2103120" y="457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specs/ 四文件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057400" y="1115568"/>
            <a:ext cx="182880" cy="1828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2331720" y="1005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requirements.md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331720" y="1280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架构 + 方案 + 边界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057400" y="1892808"/>
            <a:ext cx="182880" cy="1828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2331720" y="1783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plan.md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331720" y="20574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实现步骤 + 文件清单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057400" y="2670048"/>
            <a:ext cx="182880" cy="1828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2331720" y="2560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tasks.md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331720" y="28346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拆分 + 状态跟踪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057400" y="3447288"/>
            <a:ext cx="182880" cy="1828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2331720" y="3337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check.md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331720" y="3611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自检 + 人工验收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0" y="365760"/>
            <a:ext cx="3291840" cy="39776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0" y="365760"/>
            <a:ext cx="54864" cy="39776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0" y="457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ADR/ 架构文档库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669280" y="960120"/>
            <a:ext cx="29260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三种文档：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架构设计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上下文、ER、流程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数据字典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跨模块共享实体定义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决策记录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多方案对比 + 理由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新人先读 ADR/，30 分钟看懂系统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SSOT 开发方法论  |  MIT License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SSOT 开发方法论  |  MIT License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五步开发流程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3291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146304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22402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设计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560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 + sprints/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8288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514600" y="1463040"/>
            <a:ext cx="640080" cy="64008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2" name="Text 10"/>
          <p:cNvSpPr/>
          <p:nvPr/>
        </p:nvSpPr>
        <p:spPr>
          <a:xfrm>
            <a:off x="251460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057400" y="22402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Dev+AI 规格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057400" y="2560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ADR/ + specs/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9184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977640" y="146304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397764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520440" y="22402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评审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520440" y="2560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通过 or 打回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5488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5440680" y="146304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544068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983480" y="22402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编码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83480" y="2560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→ 代码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1792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903720" y="1463040"/>
            <a:ext cx="640080" cy="64008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7" name="Text 25"/>
          <p:cNvSpPr/>
          <p:nvPr/>
        </p:nvSpPr>
        <p:spPr>
          <a:xfrm>
            <a:off x="690372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446520" y="22402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收尾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46520" y="2560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边界 + 集成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48640" y="3291840"/>
            <a:ext cx="8046720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32918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PM 写业务文档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Dev 给方向 → AI 写方案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PM+Dev 评审 → 通过后 AI 才能编码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AI 按 spec 实现 → 自检 → 等待确认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5: Dev 修复边界 + QA 验收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0" cy="51435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3200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" y="868680"/>
            <a:ext cx="1463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产品设计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645920" y="0"/>
            <a:ext cx="74980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1920240" y="457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独作，AI 辅助润色、画图、生成原型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920240" y="914400"/>
            <a:ext cx="3291840" cy="219456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920240" y="914400"/>
            <a:ext cx="3291840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9" name="Text 7"/>
          <p:cNvSpPr/>
          <p:nvPr/>
        </p:nvSpPr>
        <p:spPr>
          <a:xfrm>
            <a:off x="2084832" y="10241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PM 做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084832" y="137160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写产品文档 docs/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画 ASCII 流程图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做 HTML 原型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定义业务验收条件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拆冲刺 sprints/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0" y="914400"/>
            <a:ext cx="3291840" cy="219456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0" y="914400"/>
            <a:ext cx="3291840" cy="3657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3" name="Text 11"/>
          <p:cNvSpPr/>
          <p:nvPr/>
        </p:nvSpPr>
        <p:spPr>
          <a:xfrm>
            <a:off x="5650992" y="10241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PM 不做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50992" y="137160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不写技术方案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不写 DB schema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不写 API 设计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不写代码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920240" y="3337560"/>
            <a:ext cx="6766560" cy="1005840"/>
          </a:xfrm>
          <a:prstGeom prst="rect">
            <a:avLst/>
          </a:prstGeom>
          <a:solidFill>
            <a:srgbClr val="FEF3C7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084832" y="342900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进入 Step 2 的条件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084832" y="374904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product-overview + user-scenarios + sprints 就位 → TL 评审技术可行性通过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SSOT 开发方法论  |  MIT License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0" cy="51435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3200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" y="868680"/>
            <a:ext cx="1463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Dev+AI 架构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645920" y="0"/>
            <a:ext cx="74980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1920240" y="457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给方向（10 分钟），AI 写完整方案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920240" y="914400"/>
            <a:ext cx="3291840" cy="32918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920240" y="914400"/>
            <a:ext cx="329184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2084832" y="10515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4 个决策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084832" y="1463040"/>
            <a:ext cx="30175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功能归属哪个模块？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需要新 ADR 吗？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跨模块依赖？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核心 API/表名？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0" y="914400"/>
            <a:ext cx="3291840" cy="32918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0" y="914400"/>
            <a:ext cx="329184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5650992" y="10515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产出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50992" y="1463040"/>
            <a:ext cx="30175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ADR/ 架构文档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requirements.md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plan.md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tasks.md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check.md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SSOT 开发方法论  |  MIT License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0" cy="51435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3200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" y="868680"/>
            <a:ext cx="1463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方案评审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645920" y="0"/>
            <a:ext cx="74980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1920240" y="457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唯一必须真人碰面的节点 — spec 通过评审前 AI 不能编码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920240" y="914400"/>
            <a:ext cx="3291840" cy="18288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920240" y="914400"/>
            <a:ext cx="329184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2084832" y="10241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审：业务匹配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084832" y="137160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这个 spec 能解决 sprint 里的业务需求吗？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看不懂 → spec 不合格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0" y="914400"/>
            <a:ext cx="3291840" cy="18288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0" y="914400"/>
            <a:ext cx="329184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5650992" y="10241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 审：架构合理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50992" y="137160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方案可行？边界清晰？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跨模块依赖处理正确？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920240" y="3017520"/>
            <a:ext cx="6766560" cy="13716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084832" y="310896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评审结论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084832" y="3474720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通过 → 进入 Step 4 AI 编码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需修改 → 打回 Step 2，Dev+AI 改 spec 后重审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SSOT 开发方法论  |  MIT License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0" cy="51435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3200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" y="868680"/>
            <a:ext cx="1463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编码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645920" y="0"/>
            <a:ext cx="74980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1920240" y="457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输入：已通过评审的 requirements.md + plan.md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920240" y="1005840"/>
            <a:ext cx="1188720" cy="14630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920240" y="1005840"/>
            <a:ext cx="118872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1920240" y="106070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965960" y="13258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读 requirements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理解方案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063240" y="13716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91840" y="1005840"/>
            <a:ext cx="1188720" cy="14630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005840"/>
            <a:ext cx="118872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3291840" y="106070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37560" y="13258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 plan.md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逐文件实现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434840" y="13716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63440" y="1005840"/>
            <a:ext cx="1188720" cy="14630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1005840"/>
            <a:ext cx="118872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4663440" y="106070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09160" y="13258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更新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tasks.md 状态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806440" y="13716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035040" y="1005840"/>
            <a:ext cx="1188720" cy="14630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35040" y="1005840"/>
            <a:ext cx="118872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6035040" y="106070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080760" y="13258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自检: typecheck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build + curl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178040" y="13716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406640" y="1005840"/>
            <a:ext cx="1188720" cy="14630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406640" y="1005840"/>
            <a:ext cx="118872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9" name="Text 27"/>
          <p:cNvSpPr/>
          <p:nvPr/>
        </p:nvSpPr>
        <p:spPr>
          <a:xfrm>
            <a:off x="7406640" y="106070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452360" y="13258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展示改动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等确认→提交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920240" y="2743200"/>
            <a:ext cx="6766560" cy="155448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920240" y="2743200"/>
            <a:ext cx="6766560" cy="3657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3" name="Text 31"/>
          <p:cNvSpPr/>
          <p:nvPr/>
        </p:nvSpPr>
        <p:spPr>
          <a:xfrm>
            <a:off x="2084832" y="2852928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禁止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084832" y="3200400"/>
            <a:ext cx="649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不读 spec 直接写代码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边写边改方案（改方案必须回 Step 2/3）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自动 git commit/push（展示改动等确认）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SSOT 开发方法论  |  MIT License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0" cy="51435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3200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" y="868680"/>
            <a:ext cx="1463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收尾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645920" y="0"/>
            <a:ext cx="74980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1920240" y="457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擅长 80%，人必须做那 20%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920240" y="914400"/>
          <a:ext cx="67665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310896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检查项</a:t>
                      </a:r>
                      <a:endParaRPr lang="en-US" sz="10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AI 覆盖</a:t>
                      </a:r>
                      <a:endParaRPr lang="en-US" sz="10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人必须做</a:t>
                      </a:r>
                      <a:endParaRPr lang="en-US" sz="10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逻辑正确性</a:t>
                      </a:r>
                      <a:endParaRPr lang="en-US" sz="10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59669"/>
                          </a:solidFill>
                        </a:rPr>
                        <a:t>⭐⭐⭐ 标准路径</a:t>
                      </a:r>
                      <a:endParaRPr lang="en-US" sz="10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</a:rPr>
                        <a:t>🔴 边界情况</a:t>
                      </a:r>
                      <a:endParaRPr lang="en-US" sz="10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UI 细节</a:t>
                      </a:r>
                      <a:endParaRPr lang="en-US" sz="10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59669"/>
                          </a:solidFill>
                        </a:rPr>
                        <a:t>⭐⭐ 布局</a:t>
                      </a:r>
                      <a:endParaRPr lang="en-US" sz="10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</a:rPr>
                        <a:t>🔴 细微交互</a:t>
                      </a:r>
                      <a:endParaRPr lang="en-US" sz="10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错误处理</a:t>
                      </a:r>
                      <a:endParaRPr lang="en-US" sz="10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59669"/>
                          </a:solidFill>
                        </a:rPr>
                        <a:t>⭐⭐ 主线</a:t>
                      </a:r>
                      <a:endParaRPr lang="en-US" sz="10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</a:rPr>
                        <a:t>🔴 异常组合</a:t>
                      </a:r>
                      <a:endParaRPr lang="en-US" sz="10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安全</a:t>
                      </a:r>
                      <a:endParaRPr lang="en-US" sz="10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59669"/>
                          </a:solidFill>
                        </a:rPr>
                        <a:t>⭐ 常见注入</a:t>
                      </a:r>
                      <a:endParaRPr lang="en-US" sz="10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</a:rPr>
                        <a:t>🔴 权限/泄露</a:t>
                      </a:r>
                      <a:endParaRPr lang="en-US" sz="10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集成</a:t>
                      </a:r>
                      <a:endParaRPr lang="en-US" sz="10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59669"/>
                          </a:solidFill>
                        </a:rPr>
                        <a:t>⭐⭐ 单模块</a:t>
                      </a:r>
                      <a:endParaRPr lang="en-US" sz="10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</a:rPr>
                        <a:t>🔴 跨模块</a:t>
                      </a:r>
                      <a:endParaRPr lang="en-US" sz="10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1920240" y="3429000"/>
            <a:ext cx="6766560" cy="91440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9" name="Text 6"/>
          <p:cNvSpPr/>
          <p:nvPr/>
        </p:nvSpPr>
        <p:spPr>
          <a:xfrm>
            <a:off x="2084832" y="352044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验收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084832" y="379476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跑 check.md 全部步骤 → 签署 done     |     人管边界，AI 管标准 — 互补不是替代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SSOT 开发方法论  |  MIT License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0" cy="51435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3200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" y="868680"/>
            <a:ext cx="1463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角色边界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645920" y="0"/>
            <a:ext cx="74980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Shape 4"/>
          <p:cNvSpPr/>
          <p:nvPr/>
        </p:nvSpPr>
        <p:spPr>
          <a:xfrm>
            <a:off x="1920240" y="457200"/>
            <a:ext cx="3246120" cy="15544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920240" y="457200"/>
            <a:ext cx="54864" cy="1554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Shape 6"/>
          <p:cNvSpPr/>
          <p:nvPr/>
        </p:nvSpPr>
        <p:spPr>
          <a:xfrm>
            <a:off x="2103120" y="612648"/>
            <a:ext cx="502920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2103120" y="61264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697480" y="61264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 产品文档 + sprints/ 冲刺 + prototypes/ 原型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103120" y="13258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核心: 业务流程、验收条件、术语表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40680" y="457200"/>
            <a:ext cx="3246120" cy="15544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40680" y="457200"/>
            <a:ext cx="54864" cy="1554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5623560" y="612648"/>
            <a:ext cx="502920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5623560" y="61264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Dev/TL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17920" y="61264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ADR/ + 审 spec + 修边界 bug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623560" y="13258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核心: 架构决策、方案评审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920240" y="2286000"/>
            <a:ext cx="3246120" cy="15544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920240" y="2286000"/>
            <a:ext cx="54864" cy="15544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0" name="Shape 18"/>
          <p:cNvSpPr/>
          <p:nvPr/>
        </p:nvSpPr>
        <p:spPr>
          <a:xfrm>
            <a:off x="2103120" y="2441448"/>
            <a:ext cx="502920" cy="3657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1" name="Text 19"/>
          <p:cNvSpPr/>
          <p:nvPr/>
        </p:nvSpPr>
        <p:spPr>
          <a:xfrm>
            <a:off x="2103120" y="244144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697480" y="244144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specs/ 四文件 + 按 spec 编码 + 自检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103120" y="31546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核心: 模块方案、标准化编码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40680" y="2286000"/>
            <a:ext cx="3246120" cy="15544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40680" y="2286000"/>
            <a:ext cx="54864" cy="155448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6" name="Shape 24"/>
          <p:cNvSpPr/>
          <p:nvPr/>
        </p:nvSpPr>
        <p:spPr>
          <a:xfrm>
            <a:off x="5623560" y="2441448"/>
            <a:ext cx="502920" cy="36576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7" name="Text 25"/>
          <p:cNvSpPr/>
          <p:nvPr/>
        </p:nvSpPr>
        <p:spPr>
          <a:xfrm>
            <a:off x="5623560" y="244144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17920" y="244144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跑 check.md → 签署 done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623560" y="31546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核心: 回归范围、人工验收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SSOT 开发方法论  |  MIT License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0" cy="51435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3200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" y="868680"/>
            <a:ext cx="1463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645920" y="0"/>
            <a:ext cx="74980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Shape 4"/>
          <p:cNvSpPr/>
          <p:nvPr/>
        </p:nvSpPr>
        <p:spPr>
          <a:xfrm>
            <a:off x="1920240" y="365760"/>
            <a:ext cx="6766560" cy="7772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920240" y="365760"/>
            <a:ext cx="54864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2103120" y="438912"/>
            <a:ext cx="6400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一个 sprint 多个功能？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03120" y="7498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每个功能一个 spec，Step 2-3 可并行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920240" y="1325880"/>
            <a:ext cx="6766560" cy="7772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920240" y="1325880"/>
            <a:ext cx="54864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2103120" y="1399032"/>
            <a:ext cx="6400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写 spec 发现 sprint 有问题？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03120" y="17099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打回 Step 1，PM 修。不在 spec 里改业务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920240" y="2286000"/>
            <a:ext cx="6766560" cy="7772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920240" y="2286000"/>
            <a:ext cx="54864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2103120" y="2359152"/>
            <a:ext cx="6400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AI 代码有问题？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03120" y="2670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小 bug → Step 5 修。方向不对 → 回 Step 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920240" y="3246120"/>
            <a:ext cx="6766560" cy="7772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920240" y="3246120"/>
            <a:ext cx="54864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2103120" y="3319272"/>
            <a:ext cx="6400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谁验收 check.md？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103120" y="36301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QA 跑。无 QA 则 Dev 验收，PM 确认业务条件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SSOT 开发方法论  |  MIT License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0" cy="51435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3200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" y="868680"/>
            <a:ext cx="1463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跨模块协作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645920" y="0"/>
            <a:ext cx="74980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1920240" y="457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 app 引用 business 的 specs 时，使用 Context Contract（≤15 行）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920240" y="914400"/>
            <a:ext cx="3291840" cy="25603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920240" y="914400"/>
            <a:ext cx="329184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2084832" y="10241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Contract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084832" y="141732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## Context from Dependencies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### BIZ-001 (user-service)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POST /api/auth/login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GET /api/users/me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0" y="914400"/>
            <a:ext cx="3291840" cy="2560320"/>
          </a:xfrm>
          <a:prstGeom prst="rect">
            <a:avLst/>
          </a:prstGeom>
          <a:solidFill>
            <a:srgbClr val="FEF3C7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0" y="914400"/>
            <a:ext cx="329184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5650992" y="10241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拆层验证法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50992" y="141732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自底向上：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合约层 — 接口定义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API 路由层 — 路由绑定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数据层 — ORM/DB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UI 层 — 前端组件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组合各 spec 的 check.md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SSOT 开发方法论  |  MIT License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SSOT 开发方法论  |  MIT License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6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五句话总结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8046720" cy="43891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280160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280160"/>
            <a:ext cx="7132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写清楚业务（docs + sprints），不写技术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828800"/>
            <a:ext cx="8046720" cy="43891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828800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1828800"/>
            <a:ext cx="7132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给方向，AI 写完整方案（ADR + specs）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377440"/>
            <a:ext cx="8046720" cy="43891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377440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2377440"/>
            <a:ext cx="7132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方案必须评审，PM 说看不懂 = 不合格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2926080"/>
            <a:ext cx="8046720" cy="43891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926080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2926080"/>
            <a:ext cx="7132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按 spec 编码，不跳步骤不改方案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474720"/>
            <a:ext cx="8046720" cy="43891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474720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3474720"/>
            <a:ext cx="7132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人管边界，AI 管标准 — 互补不是替代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977640"/>
            <a:ext cx="804672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9776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完整规范：ssot-convention.zh.md    AI 入口：AGENTS.md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SSOT 开发方法论 — 规格驱动开发培训</dc:title>
  <dc:subject>PptxGenJS Presentation</dc:subject>
  <dc:creator>Toketec</dc:creator>
  <cp:lastModifiedBy>Toketec</cp:lastModifiedBy>
  <cp:revision>1</cp:revision>
  <dcterms:created xsi:type="dcterms:W3CDTF">2026-07-20T09:22:45Z</dcterms:created>
  <dcterms:modified xsi:type="dcterms:W3CDTF">2026-07-20T09:22:45Z</dcterms:modified>
</cp:coreProperties>
</file>